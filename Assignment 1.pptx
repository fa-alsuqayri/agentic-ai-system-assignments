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60" r:id="rId3"/>
    <p:sldId id="259" r:id="rId4"/>
  </p:sldIdLst>
  <p:sldSz cx="12192000" cy="6858000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D731AC-232E-4A5A-8F4F-1C36EFA6C60C}" v="43" dt="2026-03-10T00:35:01.1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60" d="100"/>
          <a:sy n="60" d="100"/>
        </p:scale>
        <p:origin x="88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أبـــــــــ.....ــو مـــحـــمـــد" userId="f09395cb307caf44" providerId="LiveId" clId="{A49F13A4-5D5B-4EF5-8D26-DFCF640CE91D}"/>
    <pc:docChg chg="undo custSel addSld delSld modSld sldOrd">
      <pc:chgData name="أبـــــــــ.....ــو مـــحـــمـــد" userId="f09395cb307caf44" providerId="LiveId" clId="{A49F13A4-5D5B-4EF5-8D26-DFCF640CE91D}" dt="2026-03-10T00:35:35.831" v="211" actId="2696"/>
      <pc:docMkLst>
        <pc:docMk/>
      </pc:docMkLst>
      <pc:sldChg chg="addSp modSp new mod setBg">
        <pc:chgData name="أبـــــــــ.....ــو مـــحـــمـــد" userId="f09395cb307caf44" providerId="LiveId" clId="{A49F13A4-5D5B-4EF5-8D26-DFCF640CE91D}" dt="2026-03-09T20:40:23.562" v="124" actId="26606"/>
        <pc:sldMkLst>
          <pc:docMk/>
          <pc:sldMk cId="2333455487" sldId="256"/>
        </pc:sldMkLst>
        <pc:spChg chg="mod">
          <ac:chgData name="أبـــــــــ.....ــو مـــحـــمـــد" userId="f09395cb307caf44" providerId="LiveId" clId="{A49F13A4-5D5B-4EF5-8D26-DFCF640CE91D}" dt="2026-03-09T20:40:23.562" v="124" actId="26606"/>
          <ac:spMkLst>
            <pc:docMk/>
            <pc:sldMk cId="2333455487" sldId="256"/>
            <ac:spMk id="2" creationId="{30CCDBEA-E234-1D7B-368B-3DC7B9E4BECC}"/>
          </ac:spMkLst>
        </pc:spChg>
        <pc:spChg chg="mod">
          <ac:chgData name="أبـــــــــ.....ــو مـــحـــمـــد" userId="f09395cb307caf44" providerId="LiveId" clId="{A49F13A4-5D5B-4EF5-8D26-DFCF640CE91D}" dt="2026-03-09T20:40:23.562" v="124" actId="26606"/>
          <ac:spMkLst>
            <pc:docMk/>
            <pc:sldMk cId="2333455487" sldId="256"/>
            <ac:spMk id="3" creationId="{8BA2C68C-14D9-7FA7-2E6E-0DD29D466929}"/>
          </ac:spMkLst>
        </pc:spChg>
        <pc:spChg chg="add">
          <ac:chgData name="أبـــــــــ.....ــو مـــحـــمـــد" userId="f09395cb307caf44" providerId="LiveId" clId="{A49F13A4-5D5B-4EF5-8D26-DFCF640CE91D}" dt="2026-03-09T20:40:23.562" v="124" actId="26606"/>
          <ac:spMkLst>
            <pc:docMk/>
            <pc:sldMk cId="2333455487" sldId="256"/>
            <ac:spMk id="8" creationId="{09588DA8-065E-4F6F-8EFD-43104AB2E0CF}"/>
          </ac:spMkLst>
        </pc:spChg>
        <pc:spChg chg="add">
          <ac:chgData name="أبـــــــــ.....ــو مـــحـــمـــد" userId="f09395cb307caf44" providerId="LiveId" clId="{A49F13A4-5D5B-4EF5-8D26-DFCF640CE91D}" dt="2026-03-09T20:40:23.562" v="124" actId="26606"/>
          <ac:spMkLst>
            <pc:docMk/>
            <pc:sldMk cId="2333455487" sldId="256"/>
            <ac:spMk id="10" creationId="{C4285719-470E-454C-AF62-8323075F1F5B}"/>
          </ac:spMkLst>
        </pc:spChg>
        <pc:spChg chg="add">
          <ac:chgData name="أبـــــــــ.....ــو مـــحـــمـــد" userId="f09395cb307caf44" providerId="LiveId" clId="{A49F13A4-5D5B-4EF5-8D26-DFCF640CE91D}" dt="2026-03-09T20:40:23.562" v="124" actId="26606"/>
          <ac:spMkLst>
            <pc:docMk/>
            <pc:sldMk cId="2333455487" sldId="256"/>
            <ac:spMk id="12" creationId="{CD9FE4EF-C4D8-49A0-B2FF-81D8DB7D8A24}"/>
          </ac:spMkLst>
        </pc:spChg>
        <pc:spChg chg="add">
          <ac:chgData name="أبـــــــــ.....ــو مـــحـــمـــد" userId="f09395cb307caf44" providerId="LiveId" clId="{A49F13A4-5D5B-4EF5-8D26-DFCF640CE91D}" dt="2026-03-09T20:40:23.562" v="124" actId="26606"/>
          <ac:spMkLst>
            <pc:docMk/>
            <pc:sldMk cId="2333455487" sldId="256"/>
            <ac:spMk id="14" creationId="{4300840D-0A0B-4512-BACA-B439D5B9C57C}"/>
          </ac:spMkLst>
        </pc:spChg>
        <pc:spChg chg="add">
          <ac:chgData name="أبـــــــــ.....ــو مـــحـــمـــد" userId="f09395cb307caf44" providerId="LiveId" clId="{A49F13A4-5D5B-4EF5-8D26-DFCF640CE91D}" dt="2026-03-09T20:40:23.562" v="124" actId="26606"/>
          <ac:spMkLst>
            <pc:docMk/>
            <pc:sldMk cId="2333455487" sldId="256"/>
            <ac:spMk id="16" creationId="{D2B78728-A580-49A7-84F9-6EF6F583ADE0}"/>
          </ac:spMkLst>
        </pc:spChg>
        <pc:spChg chg="add">
          <ac:chgData name="أبـــــــــ.....ــو مـــحـــمـــد" userId="f09395cb307caf44" providerId="LiveId" clId="{A49F13A4-5D5B-4EF5-8D26-DFCF640CE91D}" dt="2026-03-09T20:40:23.562" v="124" actId="26606"/>
          <ac:spMkLst>
            <pc:docMk/>
            <pc:sldMk cId="2333455487" sldId="256"/>
            <ac:spMk id="18" creationId="{38FAA1A1-D861-433F-88FA-1E9D6FD31D11}"/>
          </ac:spMkLst>
        </pc:spChg>
        <pc:spChg chg="add">
          <ac:chgData name="أبـــــــــ.....ــو مـــحـــمـــد" userId="f09395cb307caf44" providerId="LiveId" clId="{A49F13A4-5D5B-4EF5-8D26-DFCF640CE91D}" dt="2026-03-09T20:40:23.562" v="124" actId="26606"/>
          <ac:spMkLst>
            <pc:docMk/>
            <pc:sldMk cId="2333455487" sldId="256"/>
            <ac:spMk id="20" creationId="{8D71EDA1-87BF-4D5D-AB79-F346FD19278A}"/>
          </ac:spMkLst>
        </pc:spChg>
      </pc:sldChg>
      <pc:sldChg chg="new del">
        <pc:chgData name="أبـــــــــ.....ــو مـــحـــمـــد" userId="f09395cb307caf44" providerId="LiveId" clId="{A49F13A4-5D5B-4EF5-8D26-DFCF640CE91D}" dt="2026-03-09T20:37:05.996" v="91" actId="2696"/>
        <pc:sldMkLst>
          <pc:docMk/>
          <pc:sldMk cId="138908886" sldId="257"/>
        </pc:sldMkLst>
      </pc:sldChg>
      <pc:sldChg chg="addSp delSp modSp new del mod">
        <pc:chgData name="أبـــــــــ.....ــو مـــحـــمـــد" userId="f09395cb307caf44" providerId="LiveId" clId="{A49F13A4-5D5B-4EF5-8D26-DFCF640CE91D}" dt="2026-03-10T00:35:20.687" v="210" actId="2696"/>
        <pc:sldMkLst>
          <pc:docMk/>
          <pc:sldMk cId="2180480074" sldId="257"/>
        </pc:sldMkLst>
        <pc:spChg chg="mod">
          <ac:chgData name="أبـــــــــ.....ــو مـــحـــمـــد" userId="f09395cb307caf44" providerId="LiveId" clId="{A49F13A4-5D5B-4EF5-8D26-DFCF640CE91D}" dt="2026-03-09T20:37:59.218" v="109" actId="1076"/>
          <ac:spMkLst>
            <pc:docMk/>
            <pc:sldMk cId="2180480074" sldId="257"/>
            <ac:spMk id="2" creationId="{6319AD93-ED4A-6DD6-57F4-D535A0DE182C}"/>
          </ac:spMkLst>
        </pc:spChg>
        <pc:spChg chg="add del mod">
          <ac:chgData name="أبـــــــــ.....ــو مـــحـــمـــد" userId="f09395cb307caf44" providerId="LiveId" clId="{A49F13A4-5D5B-4EF5-8D26-DFCF640CE91D}" dt="2026-03-09T21:41:39.960" v="131" actId="26606"/>
          <ac:spMkLst>
            <pc:docMk/>
            <pc:sldMk cId="2180480074" sldId="257"/>
            <ac:spMk id="3" creationId="{3DA38459-CF55-8E7D-927A-6F0DFB79DCE7}"/>
          </ac:spMkLst>
        </pc:spChg>
        <pc:spChg chg="add mod">
          <ac:chgData name="أبـــــــــ.....ــو مـــحـــمـــد" userId="f09395cb307caf44" providerId="LiveId" clId="{A49F13A4-5D5B-4EF5-8D26-DFCF640CE91D}" dt="2026-03-09T21:43:05.004" v="147" actId="403"/>
          <ac:spMkLst>
            <pc:docMk/>
            <pc:sldMk cId="2180480074" sldId="257"/>
            <ac:spMk id="4" creationId="{194B0DBA-3E48-8390-9FAB-E6CACF6FD562}"/>
          </ac:spMkLst>
        </pc:spChg>
        <pc:graphicFrameChg chg="add del">
          <ac:chgData name="أبـــــــــ.....ــو مـــحـــمـــد" userId="f09395cb307caf44" providerId="LiveId" clId="{A49F13A4-5D5B-4EF5-8D26-DFCF640CE91D}" dt="2026-03-09T20:40:47.137" v="126" actId="26606"/>
          <ac:graphicFrameMkLst>
            <pc:docMk/>
            <pc:sldMk cId="2180480074" sldId="257"/>
            <ac:graphicFrameMk id="5" creationId="{8AE7F19F-2089-B4D9-D823-5C3294009822}"/>
          </ac:graphicFrameMkLst>
        </pc:graphicFrameChg>
        <pc:graphicFrameChg chg="add mod modGraphic">
          <ac:chgData name="أبـــــــــ.....ــو مـــحـــمـــد" userId="f09395cb307caf44" providerId="LiveId" clId="{A49F13A4-5D5B-4EF5-8D26-DFCF640CE91D}" dt="2026-03-09T21:43:29.654" v="149" actId="20577"/>
          <ac:graphicFrameMkLst>
            <pc:docMk/>
            <pc:sldMk cId="2180480074" sldId="257"/>
            <ac:graphicFrameMk id="6" creationId="{48AFFD3E-7FC0-267C-FB23-C4E69940275E}"/>
          </ac:graphicFrameMkLst>
        </pc:graphicFrameChg>
        <pc:graphicFrameChg chg="add del mod">
          <ac:chgData name="أبـــــــــ.....ــو مـــحـــمـــد" userId="f09395cb307caf44" providerId="LiveId" clId="{A49F13A4-5D5B-4EF5-8D26-DFCF640CE91D}" dt="2026-03-09T20:41:11.088" v="130" actId="26606"/>
          <ac:graphicFrameMkLst>
            <pc:docMk/>
            <pc:sldMk cId="2180480074" sldId="257"/>
            <ac:graphicFrameMk id="7" creationId="{ED3F1575-16FE-5669-9487-23068A5446FD}"/>
          </ac:graphicFrameMkLst>
        </pc:graphicFrameChg>
      </pc:sldChg>
      <pc:sldChg chg="modSp new add del mod">
        <pc:chgData name="أبـــــــــ.....ــو مـــحـــمـــد" userId="f09395cb307caf44" providerId="LiveId" clId="{A49F13A4-5D5B-4EF5-8D26-DFCF640CE91D}" dt="2026-03-10T00:35:35.831" v="211" actId="2696"/>
        <pc:sldMkLst>
          <pc:docMk/>
          <pc:sldMk cId="2882227300" sldId="258"/>
        </pc:sldMkLst>
        <pc:spChg chg="mod">
          <ac:chgData name="أبـــــــــ.....ــو مـــحـــمـــد" userId="f09395cb307caf44" providerId="LiveId" clId="{A49F13A4-5D5B-4EF5-8D26-DFCF640CE91D}" dt="2026-03-10T00:31:06.289" v="176" actId="20577"/>
          <ac:spMkLst>
            <pc:docMk/>
            <pc:sldMk cId="2882227300" sldId="258"/>
            <ac:spMk id="2" creationId="{3028B1CE-C77F-AD23-D804-737851E1A451}"/>
          </ac:spMkLst>
        </pc:spChg>
      </pc:sldChg>
      <pc:sldChg chg="modSp add del mod">
        <pc:chgData name="أبـــــــــ.....ــو مـــحـــمـــد" userId="f09395cb307caf44" providerId="LiveId" clId="{A49F13A4-5D5B-4EF5-8D26-DFCF640CE91D}" dt="2026-03-10T00:29:47.286" v="164" actId="2890"/>
        <pc:sldMkLst>
          <pc:docMk/>
          <pc:sldMk cId="2768470102" sldId="259"/>
        </pc:sldMkLst>
        <pc:spChg chg="mod">
          <ac:chgData name="أبـــــــــ.....ــو مـــحـــمـــد" userId="f09395cb307caf44" providerId="LiveId" clId="{A49F13A4-5D5B-4EF5-8D26-DFCF640CE91D}" dt="2026-03-10T00:29:39.244" v="162" actId="20577"/>
          <ac:spMkLst>
            <pc:docMk/>
            <pc:sldMk cId="2768470102" sldId="259"/>
            <ac:spMk id="4" creationId="{E6B44ECC-B2DF-D593-3EAC-4EA38AA2C5C6}"/>
          </ac:spMkLst>
        </pc:spChg>
        <pc:graphicFrameChg chg="mod">
          <ac:chgData name="أبـــــــــ.....ــو مـــحـــمـــد" userId="f09395cb307caf44" providerId="LiveId" clId="{A49F13A4-5D5B-4EF5-8D26-DFCF640CE91D}" dt="2026-03-10T00:29:30.314" v="161"/>
          <ac:graphicFrameMkLst>
            <pc:docMk/>
            <pc:sldMk cId="2768470102" sldId="259"/>
            <ac:graphicFrameMk id="6" creationId="{D9E3098D-5F1F-0446-FD6A-F01BBFBA7753}"/>
          </ac:graphicFrameMkLst>
        </pc:graphicFrameChg>
      </pc:sldChg>
      <pc:sldChg chg="addSp delSp modSp add del mod">
        <pc:chgData name="أبـــــــــ.....ــو مـــحـــمـــد" userId="f09395cb307caf44" providerId="LiveId" clId="{A49F13A4-5D5B-4EF5-8D26-DFCF640CE91D}" dt="2026-03-10T00:32:08.041" v="188" actId="26606"/>
        <pc:sldMkLst>
          <pc:docMk/>
          <pc:sldMk cId="3685265810" sldId="259"/>
        </pc:sldMkLst>
        <pc:spChg chg="mod">
          <ac:chgData name="أبـــــــــ.....ــو مـــحـــمـــد" userId="f09395cb307caf44" providerId="LiveId" clId="{A49F13A4-5D5B-4EF5-8D26-DFCF640CE91D}" dt="2026-03-10T00:30:23.505" v="166"/>
          <ac:spMkLst>
            <pc:docMk/>
            <pc:sldMk cId="3685265810" sldId="259"/>
            <ac:spMk id="2" creationId="{15270960-8E84-CAC8-2191-0D629F846D7C}"/>
          </ac:spMkLst>
        </pc:spChg>
        <pc:spChg chg="add del mod">
          <ac:chgData name="أبـــــــــ.....ــو مـــحـــمـــد" userId="f09395cb307caf44" providerId="LiveId" clId="{A49F13A4-5D5B-4EF5-8D26-DFCF640CE91D}" dt="2026-03-10T00:32:08.041" v="188" actId="26606"/>
          <ac:spMkLst>
            <pc:docMk/>
            <pc:sldMk cId="3685265810" sldId="259"/>
            <ac:spMk id="3" creationId="{DE93B922-65A6-265B-CD07-068FC4AE342C}"/>
          </ac:spMkLst>
        </pc:spChg>
        <pc:spChg chg="del mod">
          <ac:chgData name="أبـــــــــ.....ــو مـــحـــمـــد" userId="f09395cb307caf44" providerId="LiveId" clId="{A49F13A4-5D5B-4EF5-8D26-DFCF640CE91D}" dt="2026-03-10T00:30:45.237" v="171" actId="478"/>
          <ac:spMkLst>
            <pc:docMk/>
            <pc:sldMk cId="3685265810" sldId="259"/>
            <ac:spMk id="4" creationId="{A3D3A3B5-8BC6-85E7-196B-E8E4EB1D9753}"/>
          </ac:spMkLst>
        </pc:spChg>
        <pc:graphicFrameChg chg="add">
          <ac:chgData name="أبـــــــــ.....ــو مـــحـــمـــد" userId="f09395cb307caf44" providerId="LiveId" clId="{A49F13A4-5D5B-4EF5-8D26-DFCF640CE91D}" dt="2026-03-10T00:32:08.041" v="188" actId="26606"/>
          <ac:graphicFrameMkLst>
            <pc:docMk/>
            <pc:sldMk cId="3685265810" sldId="259"/>
            <ac:graphicFrameMk id="5" creationId="{090CD41C-D69D-652E-6B69-9D39D5ABB3C8}"/>
          </ac:graphicFrameMkLst>
        </pc:graphicFrameChg>
        <pc:graphicFrameChg chg="del mod">
          <ac:chgData name="أبـــــــــ.....ــو مـــحـــمـــد" userId="f09395cb307caf44" providerId="LiveId" clId="{A49F13A4-5D5B-4EF5-8D26-DFCF640CE91D}" dt="2026-03-10T00:31:12.728" v="178" actId="478"/>
          <ac:graphicFrameMkLst>
            <pc:docMk/>
            <pc:sldMk cId="3685265810" sldId="259"/>
            <ac:graphicFrameMk id="6" creationId="{2AB2F703-D969-1030-841D-3493872A36A7}"/>
          </ac:graphicFrameMkLst>
        </pc:graphicFrameChg>
      </pc:sldChg>
      <pc:sldChg chg="modSp add mod ord">
        <pc:chgData name="أبـــــــــ.....ــو مـــحـــمـــد" userId="f09395cb307caf44" providerId="LiveId" clId="{A49F13A4-5D5B-4EF5-8D26-DFCF640CE91D}" dt="2026-03-10T00:35:01.112" v="209" actId="113"/>
        <pc:sldMkLst>
          <pc:docMk/>
          <pc:sldMk cId="3653761135" sldId="260"/>
        </pc:sldMkLst>
        <pc:spChg chg="mod">
          <ac:chgData name="أبـــــــــ.....ــو مـــحـــمـــد" userId="f09395cb307caf44" providerId="LiveId" clId="{A49F13A4-5D5B-4EF5-8D26-DFCF640CE91D}" dt="2026-03-10T00:32:44.473" v="192"/>
          <ac:spMkLst>
            <pc:docMk/>
            <pc:sldMk cId="3653761135" sldId="260"/>
            <ac:spMk id="2" creationId="{A53CFCB2-8E13-DF69-ADC9-40FD9643A621}"/>
          </ac:spMkLst>
        </pc:spChg>
        <pc:graphicFrameChg chg="mod modGraphic">
          <ac:chgData name="أبـــــــــ.....ــو مـــحـــمـــد" userId="f09395cb307caf44" providerId="LiveId" clId="{A49F13A4-5D5B-4EF5-8D26-DFCF640CE91D}" dt="2026-03-10T00:35:01.112" v="209" actId="113"/>
          <ac:graphicFrameMkLst>
            <pc:docMk/>
            <pc:sldMk cId="3653761135" sldId="260"/>
            <ac:graphicFrameMk id="5" creationId="{FF918796-9E4C-A0FA-684E-0C616A67DDF8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965913-91CE-4E23-96CA-D33DEC77F92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C82C181-7E8B-43C2-8913-3E80FD1C3B52}">
      <dgm:prSet/>
      <dgm:spPr/>
      <dgm:t>
        <a:bodyPr/>
        <a:lstStyle/>
        <a:p>
          <a:r>
            <a:rPr lang="en-US" i="1" dirty="0"/>
            <a:t>These components use LLMs to understand context and make decisions:</a:t>
          </a:r>
          <a:endParaRPr lang="en-US" dirty="0"/>
        </a:p>
      </dgm:t>
    </dgm:pt>
    <dgm:pt modelId="{A1A9ECF6-9C76-4324-92F0-49A6054D23C7}" type="parTrans" cxnId="{218DEC53-0233-49F3-A611-A8A63FF17D72}">
      <dgm:prSet/>
      <dgm:spPr/>
      <dgm:t>
        <a:bodyPr/>
        <a:lstStyle/>
        <a:p>
          <a:endParaRPr lang="en-US"/>
        </a:p>
      </dgm:t>
    </dgm:pt>
    <dgm:pt modelId="{8912E0B8-C7D0-418C-8CE2-D8191D368DD7}" type="sibTrans" cxnId="{218DEC53-0233-49F3-A611-A8A63FF17D72}">
      <dgm:prSet/>
      <dgm:spPr/>
      <dgm:t>
        <a:bodyPr/>
        <a:lstStyle/>
        <a:p>
          <a:endParaRPr lang="en-US"/>
        </a:p>
      </dgm:t>
    </dgm:pt>
    <dgm:pt modelId="{49319716-6EA6-4A5B-8B60-F955A8D9EFED}">
      <dgm:prSet/>
      <dgm:spPr/>
      <dgm:t>
        <a:bodyPr/>
        <a:lstStyle/>
        <a:p>
          <a:r>
            <a:rPr lang="en-US" b="1" dirty="0"/>
            <a:t>Natural Language to SQL: </a:t>
          </a:r>
          <a:r>
            <a:rPr lang="en-US" b="0" dirty="0"/>
            <a:t>The AI understands questions in plain English and autonomously writes SQL code to extract data.</a:t>
          </a:r>
        </a:p>
      </dgm:t>
    </dgm:pt>
    <dgm:pt modelId="{5D63F2BD-2117-4E1A-B4E0-4C8DD48606DA}" type="parTrans" cxnId="{57D2471B-1C1C-4A3A-808D-A372C605811C}">
      <dgm:prSet/>
      <dgm:spPr/>
      <dgm:t>
        <a:bodyPr/>
        <a:lstStyle/>
        <a:p>
          <a:endParaRPr lang="en-US"/>
        </a:p>
      </dgm:t>
    </dgm:pt>
    <dgm:pt modelId="{F189492C-40C9-40ED-A05C-3B3E5CD1E8AC}" type="sibTrans" cxnId="{57D2471B-1C1C-4A3A-808D-A372C605811C}">
      <dgm:prSet/>
      <dgm:spPr/>
      <dgm:t>
        <a:bodyPr/>
        <a:lstStyle/>
        <a:p>
          <a:endParaRPr lang="en-US"/>
        </a:p>
      </dgm:t>
    </dgm:pt>
    <dgm:pt modelId="{3A497A0D-6EEE-4A1B-BD7B-87884044DAFA}">
      <dgm:prSet/>
      <dgm:spPr/>
      <dgm:t>
        <a:bodyPr/>
        <a:lstStyle/>
        <a:p>
          <a:r>
            <a:rPr lang="en-US" b="1" dirty="0"/>
            <a:t>Intelligent Reasoning: </a:t>
          </a:r>
          <a:r>
            <a:rPr lang="en-US" b="0" dirty="0"/>
            <a:t>The AI reads complex files like blueprints to give exact answers, rather than just returning file links.</a:t>
          </a:r>
        </a:p>
      </dgm:t>
    </dgm:pt>
    <dgm:pt modelId="{6D20D309-9E1E-4D00-8D4A-91F39693A5F3}" type="parTrans" cxnId="{099067F4-7950-4338-AD2E-66C9D14ACD15}">
      <dgm:prSet/>
      <dgm:spPr/>
      <dgm:t>
        <a:bodyPr/>
        <a:lstStyle/>
        <a:p>
          <a:endParaRPr lang="en-US"/>
        </a:p>
      </dgm:t>
    </dgm:pt>
    <dgm:pt modelId="{2756AE45-E571-45A9-B031-9E5CE3971D6F}" type="sibTrans" cxnId="{099067F4-7950-4338-AD2E-66C9D14ACD15}">
      <dgm:prSet/>
      <dgm:spPr/>
      <dgm:t>
        <a:bodyPr/>
        <a:lstStyle/>
        <a:p>
          <a:endParaRPr lang="en-US"/>
        </a:p>
      </dgm:t>
    </dgm:pt>
    <dgm:pt modelId="{FEEF82D2-1252-4824-8FB1-EC6347180688}">
      <dgm:prSet/>
      <dgm:spPr/>
      <dgm:t>
        <a:bodyPr/>
        <a:lstStyle/>
        <a:p>
          <a:r>
            <a:rPr lang="en-US" b="1" dirty="0"/>
            <a:t>Dynamic Diagnosis: </a:t>
          </a:r>
          <a:r>
            <a:rPr lang="en-US" b="0" dirty="0"/>
            <a:t>The AI decides how to analyze real-time data to help solve network issues, replacing static dashboards.</a:t>
          </a:r>
        </a:p>
      </dgm:t>
    </dgm:pt>
    <dgm:pt modelId="{AE8C045B-524D-47E0-9680-F7A820BA2C02}" type="parTrans" cxnId="{D92D141F-F275-4966-A9F7-A3179373AA0D}">
      <dgm:prSet/>
      <dgm:spPr/>
      <dgm:t>
        <a:bodyPr/>
        <a:lstStyle/>
        <a:p>
          <a:endParaRPr lang="en-US"/>
        </a:p>
      </dgm:t>
    </dgm:pt>
    <dgm:pt modelId="{1CEE43DC-CA12-4ADE-947F-2699E866CDD5}" type="sibTrans" cxnId="{D92D141F-F275-4966-A9F7-A3179373AA0D}">
      <dgm:prSet/>
      <dgm:spPr/>
      <dgm:t>
        <a:bodyPr/>
        <a:lstStyle/>
        <a:p>
          <a:endParaRPr lang="en-US"/>
        </a:p>
      </dgm:t>
    </dgm:pt>
    <dgm:pt modelId="{D5389375-5F20-4E78-9CA6-3059CD55FCD8}" type="pres">
      <dgm:prSet presAssocID="{A1965913-91CE-4E23-96CA-D33DEC77F921}" presName="linear" presStyleCnt="0">
        <dgm:presLayoutVars>
          <dgm:animLvl val="lvl"/>
          <dgm:resizeHandles val="exact"/>
        </dgm:presLayoutVars>
      </dgm:prSet>
      <dgm:spPr/>
    </dgm:pt>
    <dgm:pt modelId="{30D75149-F157-4165-B8E2-917973933F62}" type="pres">
      <dgm:prSet presAssocID="{CC82C181-7E8B-43C2-8913-3E80FD1C3B52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9ECE5B3F-B42C-4C6D-A1F9-7F79FB68CF64}" type="pres">
      <dgm:prSet presAssocID="{CC82C181-7E8B-43C2-8913-3E80FD1C3B52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57D2471B-1C1C-4A3A-808D-A372C605811C}" srcId="{CC82C181-7E8B-43C2-8913-3E80FD1C3B52}" destId="{49319716-6EA6-4A5B-8B60-F955A8D9EFED}" srcOrd="0" destOrd="0" parTransId="{5D63F2BD-2117-4E1A-B4E0-4C8DD48606DA}" sibTransId="{F189492C-40C9-40ED-A05C-3B3E5CD1E8AC}"/>
    <dgm:cxn modelId="{D92D141F-F275-4966-A9F7-A3179373AA0D}" srcId="{CC82C181-7E8B-43C2-8913-3E80FD1C3B52}" destId="{FEEF82D2-1252-4824-8FB1-EC6347180688}" srcOrd="2" destOrd="0" parTransId="{AE8C045B-524D-47E0-9680-F7A820BA2C02}" sibTransId="{1CEE43DC-CA12-4ADE-947F-2699E866CDD5}"/>
    <dgm:cxn modelId="{218DEC53-0233-49F3-A611-A8A63FF17D72}" srcId="{A1965913-91CE-4E23-96CA-D33DEC77F921}" destId="{CC82C181-7E8B-43C2-8913-3E80FD1C3B52}" srcOrd="0" destOrd="0" parTransId="{A1A9ECF6-9C76-4324-92F0-49A6054D23C7}" sibTransId="{8912E0B8-C7D0-418C-8CE2-D8191D368DD7}"/>
    <dgm:cxn modelId="{20A07298-EA58-48ED-AF89-B5AF1A13379B}" type="presOf" srcId="{A1965913-91CE-4E23-96CA-D33DEC77F921}" destId="{D5389375-5F20-4E78-9CA6-3059CD55FCD8}" srcOrd="0" destOrd="0" presId="urn:microsoft.com/office/officeart/2005/8/layout/vList2"/>
    <dgm:cxn modelId="{9D9F96AE-BEBE-4339-8482-1012C57FFDD4}" type="presOf" srcId="{FEEF82D2-1252-4824-8FB1-EC6347180688}" destId="{9ECE5B3F-B42C-4C6D-A1F9-7F79FB68CF64}" srcOrd="0" destOrd="2" presId="urn:microsoft.com/office/officeart/2005/8/layout/vList2"/>
    <dgm:cxn modelId="{65E646B3-09C1-41DB-BE51-AC3755F030DC}" type="presOf" srcId="{3A497A0D-6EEE-4A1B-BD7B-87884044DAFA}" destId="{9ECE5B3F-B42C-4C6D-A1F9-7F79FB68CF64}" srcOrd="0" destOrd="1" presId="urn:microsoft.com/office/officeart/2005/8/layout/vList2"/>
    <dgm:cxn modelId="{369CC2CC-FBEB-4566-B432-066BAB5F9EDE}" type="presOf" srcId="{CC82C181-7E8B-43C2-8913-3E80FD1C3B52}" destId="{30D75149-F157-4165-B8E2-917973933F62}" srcOrd="0" destOrd="0" presId="urn:microsoft.com/office/officeart/2005/8/layout/vList2"/>
    <dgm:cxn modelId="{BC2F72E3-3B0A-4E6F-8BBC-271AA2AAC4F8}" type="presOf" srcId="{49319716-6EA6-4A5B-8B60-F955A8D9EFED}" destId="{9ECE5B3F-B42C-4C6D-A1F9-7F79FB68CF64}" srcOrd="0" destOrd="0" presId="urn:microsoft.com/office/officeart/2005/8/layout/vList2"/>
    <dgm:cxn modelId="{099067F4-7950-4338-AD2E-66C9D14ACD15}" srcId="{CC82C181-7E8B-43C2-8913-3E80FD1C3B52}" destId="{3A497A0D-6EEE-4A1B-BD7B-87884044DAFA}" srcOrd="1" destOrd="0" parTransId="{6D20D309-9E1E-4D00-8D4A-91F39693A5F3}" sibTransId="{2756AE45-E571-45A9-B031-9E5CE3971D6F}"/>
    <dgm:cxn modelId="{3FECACFD-79F6-4371-BD99-A20FD6D9E3DA}" type="presParOf" srcId="{D5389375-5F20-4E78-9CA6-3059CD55FCD8}" destId="{30D75149-F157-4165-B8E2-917973933F62}" srcOrd="0" destOrd="0" presId="urn:microsoft.com/office/officeart/2005/8/layout/vList2"/>
    <dgm:cxn modelId="{ACCB4BB0-EDCC-4BD1-8DEA-015E7B3BC8C4}" type="presParOf" srcId="{D5389375-5F20-4E78-9CA6-3059CD55FCD8}" destId="{9ECE5B3F-B42C-4C6D-A1F9-7F79FB68CF64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1965913-91CE-4E23-96CA-D33DEC77F92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C82C181-7E8B-43C2-8913-3E80FD1C3B52}">
      <dgm:prSet/>
      <dgm:spPr/>
      <dgm:t>
        <a:bodyPr/>
        <a:lstStyle/>
        <a:p>
          <a:r>
            <a:rPr lang="en-US" i="1"/>
            <a:t>These are traditional software components that do not use AI decision-making:</a:t>
          </a:r>
          <a:endParaRPr lang="en-US"/>
        </a:p>
      </dgm:t>
    </dgm:pt>
    <dgm:pt modelId="{A1A9ECF6-9C76-4324-92F0-49A6054D23C7}" type="parTrans" cxnId="{218DEC53-0233-49F3-A611-A8A63FF17D72}">
      <dgm:prSet/>
      <dgm:spPr/>
      <dgm:t>
        <a:bodyPr/>
        <a:lstStyle/>
        <a:p>
          <a:endParaRPr lang="en-US"/>
        </a:p>
      </dgm:t>
    </dgm:pt>
    <dgm:pt modelId="{8912E0B8-C7D0-418C-8CE2-D8191D368DD7}" type="sibTrans" cxnId="{218DEC53-0233-49F3-A611-A8A63FF17D72}">
      <dgm:prSet/>
      <dgm:spPr/>
      <dgm:t>
        <a:bodyPr/>
        <a:lstStyle/>
        <a:p>
          <a:endParaRPr lang="en-US"/>
        </a:p>
      </dgm:t>
    </dgm:pt>
    <dgm:pt modelId="{49319716-6EA6-4A5B-8B60-F955A8D9EFED}">
      <dgm:prSet/>
      <dgm:spPr/>
      <dgm:t>
        <a:bodyPr/>
        <a:lstStyle/>
        <a:p>
          <a:r>
            <a:rPr lang="en-US" b="1"/>
            <a:t>Data Storage:</a:t>
          </a:r>
          <a:r>
            <a:rPr lang="en-US"/>
            <a:t> MS SharePoint and monitoring systems that simply store the original files and raw data.</a:t>
          </a:r>
        </a:p>
      </dgm:t>
    </dgm:pt>
    <dgm:pt modelId="{5D63F2BD-2117-4E1A-B4E0-4C8DD48606DA}" type="parTrans" cxnId="{57D2471B-1C1C-4A3A-808D-A372C605811C}">
      <dgm:prSet/>
      <dgm:spPr/>
      <dgm:t>
        <a:bodyPr/>
        <a:lstStyle/>
        <a:p>
          <a:endParaRPr lang="en-US"/>
        </a:p>
      </dgm:t>
    </dgm:pt>
    <dgm:pt modelId="{F189492C-40C9-40ED-A05C-3B3E5CD1E8AC}" type="sibTrans" cxnId="{57D2471B-1C1C-4A3A-808D-A372C605811C}">
      <dgm:prSet/>
      <dgm:spPr/>
      <dgm:t>
        <a:bodyPr/>
        <a:lstStyle/>
        <a:p>
          <a:endParaRPr lang="en-US"/>
        </a:p>
      </dgm:t>
    </dgm:pt>
    <dgm:pt modelId="{3A497A0D-6EEE-4A1B-BD7B-87884044DAFA}">
      <dgm:prSet/>
      <dgm:spPr/>
      <dgm:t>
        <a:bodyPr/>
        <a:lstStyle/>
        <a:p>
          <a:r>
            <a:rPr lang="en-US" b="1"/>
            <a:t>Data Processing Pipeline:</a:t>
          </a:r>
          <a:r>
            <a:rPr lang="en-US"/>
            <a:t> Document loaders and Vector Databases that format and save text as numbers (embeddings).</a:t>
          </a:r>
        </a:p>
      </dgm:t>
    </dgm:pt>
    <dgm:pt modelId="{6D20D309-9E1E-4D00-8D4A-91F39693A5F3}" type="parTrans" cxnId="{099067F4-7950-4338-AD2E-66C9D14ACD15}">
      <dgm:prSet/>
      <dgm:spPr/>
      <dgm:t>
        <a:bodyPr/>
        <a:lstStyle/>
        <a:p>
          <a:endParaRPr lang="en-US"/>
        </a:p>
      </dgm:t>
    </dgm:pt>
    <dgm:pt modelId="{2756AE45-E571-45A9-B031-9E5CE3971D6F}" type="sibTrans" cxnId="{099067F4-7950-4338-AD2E-66C9D14ACD15}">
      <dgm:prSet/>
      <dgm:spPr/>
      <dgm:t>
        <a:bodyPr/>
        <a:lstStyle/>
        <a:p>
          <a:endParaRPr lang="en-US"/>
        </a:p>
      </dgm:t>
    </dgm:pt>
    <dgm:pt modelId="{FEEF82D2-1252-4824-8FB1-EC6347180688}">
      <dgm:prSet/>
      <dgm:spPr/>
      <dgm:t>
        <a:bodyPr/>
        <a:lstStyle/>
        <a:p>
          <a:r>
            <a:rPr lang="en-US" b="1"/>
            <a:t>Execution Engines:</a:t>
          </a:r>
          <a:r>
            <a:rPr lang="en-US"/>
            <a:t> The standard SQL database engine that actually runs the query and returns the tables.</a:t>
          </a:r>
        </a:p>
      </dgm:t>
    </dgm:pt>
    <dgm:pt modelId="{AE8C045B-524D-47E0-9680-F7A820BA2C02}" type="parTrans" cxnId="{D92D141F-F275-4966-A9F7-A3179373AA0D}">
      <dgm:prSet/>
      <dgm:spPr/>
      <dgm:t>
        <a:bodyPr/>
        <a:lstStyle/>
        <a:p>
          <a:endParaRPr lang="en-US"/>
        </a:p>
      </dgm:t>
    </dgm:pt>
    <dgm:pt modelId="{1CEE43DC-CA12-4ADE-947F-2699E866CDD5}" type="sibTrans" cxnId="{D92D141F-F275-4966-A9F7-A3179373AA0D}">
      <dgm:prSet/>
      <dgm:spPr/>
      <dgm:t>
        <a:bodyPr/>
        <a:lstStyle/>
        <a:p>
          <a:endParaRPr lang="en-US"/>
        </a:p>
      </dgm:t>
    </dgm:pt>
    <dgm:pt modelId="{FDCD80D0-D962-4BEB-9388-92AE7936CF7F}">
      <dgm:prSet/>
      <dgm:spPr/>
      <dgm:t>
        <a:bodyPr/>
        <a:lstStyle/>
        <a:p>
          <a:r>
            <a:rPr lang="en-US" b="1"/>
            <a:t>Infrastructure:</a:t>
          </a:r>
          <a:r>
            <a:rPr lang="en-US"/>
            <a:t> The chat interface (UI) where users type, and the Google Cloud servers hosting the system.</a:t>
          </a:r>
        </a:p>
      </dgm:t>
    </dgm:pt>
    <dgm:pt modelId="{FAA84F47-8FFE-48BC-B246-A4CABDAD89A3}" type="parTrans" cxnId="{65D5F4F0-0E1A-4782-A921-84DB83B3C6B7}">
      <dgm:prSet/>
      <dgm:spPr/>
      <dgm:t>
        <a:bodyPr/>
        <a:lstStyle/>
        <a:p>
          <a:endParaRPr lang="en-US"/>
        </a:p>
      </dgm:t>
    </dgm:pt>
    <dgm:pt modelId="{1101ADC4-C9C4-4DEF-8882-5167C5D49A2C}" type="sibTrans" cxnId="{65D5F4F0-0E1A-4782-A921-84DB83B3C6B7}">
      <dgm:prSet/>
      <dgm:spPr/>
      <dgm:t>
        <a:bodyPr/>
        <a:lstStyle/>
        <a:p>
          <a:endParaRPr lang="en-US"/>
        </a:p>
      </dgm:t>
    </dgm:pt>
    <dgm:pt modelId="{D5389375-5F20-4E78-9CA6-3059CD55FCD8}" type="pres">
      <dgm:prSet presAssocID="{A1965913-91CE-4E23-96CA-D33DEC77F921}" presName="linear" presStyleCnt="0">
        <dgm:presLayoutVars>
          <dgm:animLvl val="lvl"/>
          <dgm:resizeHandles val="exact"/>
        </dgm:presLayoutVars>
      </dgm:prSet>
      <dgm:spPr/>
    </dgm:pt>
    <dgm:pt modelId="{30D75149-F157-4165-B8E2-917973933F62}" type="pres">
      <dgm:prSet presAssocID="{CC82C181-7E8B-43C2-8913-3E80FD1C3B52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95C3C68D-7F7C-44FA-A758-6CDFBF394E7A}" type="pres">
      <dgm:prSet presAssocID="{CC82C181-7E8B-43C2-8913-3E80FD1C3B52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D5227C0B-B912-4881-9B65-3A06CFB5039D}" type="presOf" srcId="{FEEF82D2-1252-4824-8FB1-EC6347180688}" destId="{95C3C68D-7F7C-44FA-A758-6CDFBF394E7A}" srcOrd="0" destOrd="2" presId="urn:microsoft.com/office/officeart/2005/8/layout/vList2"/>
    <dgm:cxn modelId="{57D2471B-1C1C-4A3A-808D-A372C605811C}" srcId="{CC82C181-7E8B-43C2-8913-3E80FD1C3B52}" destId="{49319716-6EA6-4A5B-8B60-F955A8D9EFED}" srcOrd="0" destOrd="0" parTransId="{5D63F2BD-2117-4E1A-B4E0-4C8DD48606DA}" sibTransId="{F189492C-40C9-40ED-A05C-3B3E5CD1E8AC}"/>
    <dgm:cxn modelId="{D92D141F-F275-4966-A9F7-A3179373AA0D}" srcId="{CC82C181-7E8B-43C2-8913-3E80FD1C3B52}" destId="{FEEF82D2-1252-4824-8FB1-EC6347180688}" srcOrd="2" destOrd="0" parTransId="{AE8C045B-524D-47E0-9680-F7A820BA2C02}" sibTransId="{1CEE43DC-CA12-4ADE-947F-2699E866CDD5}"/>
    <dgm:cxn modelId="{87A2D747-1739-413B-A944-8EAACD2A09EA}" type="presOf" srcId="{FDCD80D0-D962-4BEB-9388-92AE7936CF7F}" destId="{95C3C68D-7F7C-44FA-A758-6CDFBF394E7A}" srcOrd="0" destOrd="3" presId="urn:microsoft.com/office/officeart/2005/8/layout/vList2"/>
    <dgm:cxn modelId="{218DEC53-0233-49F3-A611-A8A63FF17D72}" srcId="{A1965913-91CE-4E23-96CA-D33DEC77F921}" destId="{CC82C181-7E8B-43C2-8913-3E80FD1C3B52}" srcOrd="0" destOrd="0" parTransId="{A1A9ECF6-9C76-4324-92F0-49A6054D23C7}" sibTransId="{8912E0B8-C7D0-418C-8CE2-D8191D368DD7}"/>
    <dgm:cxn modelId="{2599A194-EE6B-4F1E-8905-757E8A1B491C}" type="presOf" srcId="{49319716-6EA6-4A5B-8B60-F955A8D9EFED}" destId="{95C3C68D-7F7C-44FA-A758-6CDFBF394E7A}" srcOrd="0" destOrd="0" presId="urn:microsoft.com/office/officeart/2005/8/layout/vList2"/>
    <dgm:cxn modelId="{20A07298-EA58-48ED-AF89-B5AF1A13379B}" type="presOf" srcId="{A1965913-91CE-4E23-96CA-D33DEC77F921}" destId="{D5389375-5F20-4E78-9CA6-3059CD55FCD8}" srcOrd="0" destOrd="0" presId="urn:microsoft.com/office/officeart/2005/8/layout/vList2"/>
    <dgm:cxn modelId="{4256A9D6-3083-48D0-BE69-10B507B5E137}" type="presOf" srcId="{CC82C181-7E8B-43C2-8913-3E80FD1C3B52}" destId="{30D75149-F157-4165-B8E2-917973933F62}" srcOrd="0" destOrd="0" presId="urn:microsoft.com/office/officeart/2005/8/layout/vList2"/>
    <dgm:cxn modelId="{65D5F4F0-0E1A-4782-A921-84DB83B3C6B7}" srcId="{CC82C181-7E8B-43C2-8913-3E80FD1C3B52}" destId="{FDCD80D0-D962-4BEB-9388-92AE7936CF7F}" srcOrd="3" destOrd="0" parTransId="{FAA84F47-8FFE-48BC-B246-A4CABDAD89A3}" sibTransId="{1101ADC4-C9C4-4DEF-8882-5167C5D49A2C}"/>
    <dgm:cxn modelId="{099067F4-7950-4338-AD2E-66C9D14ACD15}" srcId="{CC82C181-7E8B-43C2-8913-3E80FD1C3B52}" destId="{3A497A0D-6EEE-4A1B-BD7B-87884044DAFA}" srcOrd="1" destOrd="0" parTransId="{6D20D309-9E1E-4D00-8D4A-91F39693A5F3}" sibTransId="{2756AE45-E571-45A9-B031-9E5CE3971D6F}"/>
    <dgm:cxn modelId="{E2443EFA-872B-47EC-B7FF-D795D569F386}" type="presOf" srcId="{3A497A0D-6EEE-4A1B-BD7B-87884044DAFA}" destId="{95C3C68D-7F7C-44FA-A758-6CDFBF394E7A}" srcOrd="0" destOrd="1" presId="urn:microsoft.com/office/officeart/2005/8/layout/vList2"/>
    <dgm:cxn modelId="{BFD6992F-66DA-499D-AA5A-EE48EE83FBF1}" type="presParOf" srcId="{D5389375-5F20-4E78-9CA6-3059CD55FCD8}" destId="{30D75149-F157-4165-B8E2-917973933F62}" srcOrd="0" destOrd="0" presId="urn:microsoft.com/office/officeart/2005/8/layout/vList2"/>
    <dgm:cxn modelId="{F49F20C8-E1C9-4BD3-B9A4-D50F96798358}" type="presParOf" srcId="{D5389375-5F20-4E78-9CA6-3059CD55FCD8}" destId="{95C3C68D-7F7C-44FA-A758-6CDFBF394E7A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D75149-F157-4165-B8E2-917973933F62}">
      <dsp:nvSpPr>
        <dsp:cNvPr id="0" name=""/>
        <dsp:cNvSpPr/>
      </dsp:nvSpPr>
      <dsp:spPr>
        <a:xfrm>
          <a:off x="0" y="242080"/>
          <a:ext cx="10015870" cy="5896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i="1" kern="1200" dirty="0"/>
            <a:t>These components use LLMs to understand context and make decisions:</a:t>
          </a:r>
          <a:endParaRPr lang="en-US" sz="2400" kern="1200" dirty="0"/>
        </a:p>
      </dsp:txBody>
      <dsp:txXfrm>
        <a:off x="28786" y="270866"/>
        <a:ext cx="9958298" cy="532107"/>
      </dsp:txXfrm>
    </dsp:sp>
    <dsp:sp modelId="{9ECE5B3F-B42C-4C6D-A1F9-7F79FB68CF64}">
      <dsp:nvSpPr>
        <dsp:cNvPr id="0" name=""/>
        <dsp:cNvSpPr/>
      </dsp:nvSpPr>
      <dsp:spPr>
        <a:xfrm>
          <a:off x="0" y="831760"/>
          <a:ext cx="10015870" cy="1788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8004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1" kern="1200" dirty="0"/>
            <a:t>Natural Language to SQL: </a:t>
          </a:r>
          <a:r>
            <a:rPr lang="en-US" sz="1900" b="0" kern="1200" dirty="0"/>
            <a:t>The AI understands questions in plain English and autonomously writes SQL code to extract data.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1" kern="1200" dirty="0"/>
            <a:t>Intelligent Reasoning: </a:t>
          </a:r>
          <a:r>
            <a:rPr lang="en-US" sz="1900" b="0" kern="1200" dirty="0"/>
            <a:t>The AI reads complex files like blueprints to give exact answers, rather than just returning file links.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1" kern="1200" dirty="0"/>
            <a:t>Dynamic Diagnosis: </a:t>
          </a:r>
          <a:r>
            <a:rPr lang="en-US" sz="1900" b="0" kern="1200" dirty="0"/>
            <a:t>The AI decides how to analyze real-time data to help solve network issues, replacing static dashboards.</a:t>
          </a:r>
        </a:p>
      </dsp:txBody>
      <dsp:txXfrm>
        <a:off x="0" y="831760"/>
        <a:ext cx="10015870" cy="17884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D75149-F157-4165-B8E2-917973933F62}">
      <dsp:nvSpPr>
        <dsp:cNvPr id="0" name=""/>
        <dsp:cNvSpPr/>
      </dsp:nvSpPr>
      <dsp:spPr>
        <a:xfrm>
          <a:off x="0" y="90700"/>
          <a:ext cx="10015870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i="1" kern="1200"/>
            <a:t>These are traditional software components that do not use AI decision-making:</a:t>
          </a:r>
          <a:endParaRPr lang="en-US" sz="2200" kern="1200"/>
        </a:p>
      </dsp:txBody>
      <dsp:txXfrm>
        <a:off x="26387" y="117087"/>
        <a:ext cx="9963096" cy="487766"/>
      </dsp:txXfrm>
    </dsp:sp>
    <dsp:sp modelId="{95C3C68D-7F7C-44FA-A758-6CDFBF394E7A}">
      <dsp:nvSpPr>
        <dsp:cNvPr id="0" name=""/>
        <dsp:cNvSpPr/>
      </dsp:nvSpPr>
      <dsp:spPr>
        <a:xfrm>
          <a:off x="0" y="631240"/>
          <a:ext cx="10015870" cy="2140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8004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b="1" kern="1200"/>
            <a:t>Data Storage:</a:t>
          </a:r>
          <a:r>
            <a:rPr lang="en-US" sz="1700" kern="1200"/>
            <a:t> MS SharePoint and monitoring systems that simply store the original files and raw data.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b="1" kern="1200"/>
            <a:t>Data Processing Pipeline:</a:t>
          </a:r>
          <a:r>
            <a:rPr lang="en-US" sz="1700" kern="1200"/>
            <a:t> Document loaders and Vector Databases that format and save text as numbers (embeddings).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b="1" kern="1200"/>
            <a:t>Execution Engines:</a:t>
          </a:r>
          <a:r>
            <a:rPr lang="en-US" sz="1700" kern="1200"/>
            <a:t> The standard SQL database engine that actually runs the query and returns the tables.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b="1" kern="1200"/>
            <a:t>Infrastructure:</a:t>
          </a:r>
          <a:r>
            <a:rPr lang="en-US" sz="1700" kern="1200"/>
            <a:t> The chat interface (UI) where users type, and the Google Cloud servers hosting the system.</a:t>
          </a:r>
        </a:p>
      </dsp:txBody>
      <dsp:txXfrm>
        <a:off x="0" y="631240"/>
        <a:ext cx="10015870" cy="21403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AFB2B79-7D4C-6263-D667-1C3E1359C7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A753D79E-50DA-A4A0-25B6-3621D5265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06C65A4C-F1D3-95BE-486F-6343A8669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E83DC-8F39-4DDA-9692-AC0B5E3A49BE}" type="datetimeFigureOut">
              <a:rPr lang="ar-SA" smtClean="0"/>
              <a:t>21/09/47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627FECFF-6C10-7D06-3F6E-52D3734B3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4EE13273-7313-1B2A-4C49-A2A43DAA8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D48E0-7679-415E-8C65-92FD2E2666C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673906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07D0ABC9-045F-B1F8-A7BA-B2B778E48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DDBEF474-8891-A78B-64F6-2B09F4FD8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AAE742A4-A089-C74E-0F50-F339F5D93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E83DC-8F39-4DDA-9692-AC0B5E3A49BE}" type="datetimeFigureOut">
              <a:rPr lang="ar-SA" smtClean="0"/>
              <a:t>21/09/47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06080C93-8F13-67BE-7507-A3BDDD01B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F661D3F2-C2B7-AAAF-47A1-495A9DFCB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D48E0-7679-415E-8C65-92FD2E2666C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484961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00CBE8B-53FE-80B3-FD20-4DB92773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A37F92CC-DDC7-B770-53C3-4F80AA6BE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403B2A32-3EC6-0239-3897-8BA49A513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E83DC-8F39-4DDA-9692-AC0B5E3A49BE}" type="datetimeFigureOut">
              <a:rPr lang="ar-SA" smtClean="0"/>
              <a:t>21/09/47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D5E7F4A0-025D-C3DB-8380-18AC7F6ED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E7C7A1E2-D699-B830-4B2D-B6584E7E4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D48E0-7679-415E-8C65-92FD2E2666C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8931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581D849-BDF5-DE7A-9A0B-2FD0CA2C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CBBD6FE3-3E1C-8C07-F419-5E0713F38E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23BD0AA4-361F-1FE4-2D2B-49FCFCB9AB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BBA64E04-04C4-369F-5D26-B964E5A50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E83DC-8F39-4DDA-9692-AC0B5E3A49BE}" type="datetimeFigureOut">
              <a:rPr lang="ar-SA" smtClean="0"/>
              <a:t>21/09/47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8753205E-939E-A88C-329D-5AC98A68D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531A6EB8-84EF-2D42-F9ED-C0F9103AF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D48E0-7679-415E-8C65-92FD2E2666C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001547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BC07307-4E1E-748A-8812-D25753B2F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68A756C1-06D2-F104-0A3D-007F82B0B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2DE63C14-36B6-0526-F3C7-F27DD36E8A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8A8AD9B9-CA09-E524-37D9-D78159C452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60479900-0C1E-3B7B-A743-D727BE095F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EE06EF05-9F59-A003-C19D-7516E55EE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E83DC-8F39-4DDA-9692-AC0B5E3A49BE}" type="datetimeFigureOut">
              <a:rPr lang="ar-SA" smtClean="0"/>
              <a:t>21/09/47</a:t>
            </a:fld>
            <a:endParaRPr lang="ar-SA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A679A879-A6EA-5797-5BA0-BBB940C86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24A96B44-44C5-9B8D-B9BA-3611EE96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D48E0-7679-415E-8C65-92FD2E2666C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029841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F829807-957E-9BC6-933D-218C7F0F7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6FB9AA33-B506-4F93-E6A6-19792ED1C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E83DC-8F39-4DDA-9692-AC0B5E3A49BE}" type="datetimeFigureOut">
              <a:rPr lang="ar-SA" smtClean="0"/>
              <a:t>21/09/47</a:t>
            </a:fld>
            <a:endParaRPr lang="ar-SA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4F747E54-8C26-0DEE-FC50-8F7FFACC5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1A9926F0-0086-945C-E2D7-8C2049128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D48E0-7679-415E-8C65-92FD2E2666C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110764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431151A9-DF42-1EF1-985C-393CBAA3C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E83DC-8F39-4DDA-9692-AC0B5E3A49BE}" type="datetimeFigureOut">
              <a:rPr lang="ar-SA" smtClean="0"/>
              <a:t>21/09/47</a:t>
            </a:fld>
            <a:endParaRPr lang="ar-SA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D35F5EA4-2D54-698D-8BCA-99ABD78B7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646246C4-DA90-160C-0818-BFFD5506D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D48E0-7679-415E-8C65-92FD2E2666C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917032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616B63F-D6CD-6E7A-5616-56A1E790F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68F5DBC4-0821-41FF-260A-8A577A43A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A598EF49-B853-0DBE-4C5A-F62E6D6172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5093EE4C-B66F-2F70-1515-4808D137E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E83DC-8F39-4DDA-9692-AC0B5E3A49BE}" type="datetimeFigureOut">
              <a:rPr lang="ar-SA" smtClean="0"/>
              <a:t>21/09/47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09931CEF-B200-E243-9FD5-8E2DA1487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A005C42D-884E-D424-D50A-17960327A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D48E0-7679-415E-8C65-92FD2E2666C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22038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09BBF4A-81F5-85DD-E358-E7B4850D3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021CD8C7-F5C2-95FA-AEA2-01E51362EA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ED5FA6FF-043A-A7A5-0577-4FC5719C86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1349DC7F-A8C9-FDE2-10F4-F8FB3484C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E83DC-8F39-4DDA-9692-AC0B5E3A49BE}" type="datetimeFigureOut">
              <a:rPr lang="ar-SA" smtClean="0"/>
              <a:t>21/09/47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36AEB86C-7BC8-E0CB-198A-16D5500D8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B08210E2-507B-385E-AE9C-A1FC6DEC9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D48E0-7679-415E-8C65-92FD2E2666C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306700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AAB52A8-57BF-F0AE-91A3-A432DBED8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78CB44F4-4843-2F6C-525A-4A8E54FD8E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7A464077-D137-F33A-BA16-890C99DA1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E83DC-8F39-4DDA-9692-AC0B5E3A49BE}" type="datetimeFigureOut">
              <a:rPr lang="ar-SA" smtClean="0"/>
              <a:t>21/09/47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12699769-384B-A0B1-DDFF-94C91D6B5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33D1BD59-3E84-D8CE-71E2-187D42622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D48E0-7679-415E-8C65-92FD2E2666C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74201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C937DD12-618E-406C-323C-D521B16E6C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4F84258F-5171-49A2-AFB1-166E7591E8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CE27B4E5-B706-8D25-64F7-61F228554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E83DC-8F39-4DDA-9692-AC0B5E3A49BE}" type="datetimeFigureOut">
              <a:rPr lang="ar-SA" smtClean="0"/>
              <a:t>21/09/47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3E6A4911-208C-8625-46D5-D4CD3E16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E1160D06-C063-96E5-765A-271B17AEE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D48E0-7679-415E-8C65-92FD2E2666C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182742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E9F1257D-322E-1877-DE7F-7978A40A2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67C36370-C313-896E-D283-FA59F6958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E66313EB-98F6-E802-5564-A274423FE8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DE83DC-8F39-4DDA-9692-AC0B5E3A49BE}" type="datetimeFigureOut">
              <a:rPr lang="ar-SA" smtClean="0"/>
              <a:t>21/09/47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695F1B58-1A1F-DC09-1B38-D1B4C68C2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3418C3BF-13E0-C411-039C-846AC2F428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BD48E0-7679-415E-8C65-92FD2E2666C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491112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langchain.com/customers-vodafone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30CCDBEA-E234-1D7B-368B-3DC7B9E4BE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Vodafone &amp; LangChain</a:t>
            </a:r>
            <a:br>
              <a:rPr lang="en-US" sz="4000" b="1">
                <a:solidFill>
                  <a:srgbClr val="FFFFFF"/>
                </a:solidFill>
              </a:rPr>
            </a:br>
            <a:endParaRPr lang="ar-SA" sz="4000">
              <a:solidFill>
                <a:srgbClr val="FFFFFF"/>
              </a:solidFill>
            </a:endParaRP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8BA2C68C-14D9-7FA7-2E6E-0DD29D4669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rtl="0"/>
            <a:r>
              <a:rPr lang="en-US" sz="2000" b="1"/>
              <a:t>Company:</a:t>
            </a:r>
            <a:r>
              <a:rPr lang="en-US" sz="2000"/>
              <a:t> Vodafone </a:t>
            </a:r>
          </a:p>
          <a:p>
            <a:pPr rtl="0"/>
            <a:r>
              <a:rPr lang="en-US" sz="2000" b="1"/>
              <a:t>Industry:</a:t>
            </a:r>
            <a:r>
              <a:rPr lang="en-US" sz="2000"/>
              <a:t> Telecommunications </a:t>
            </a:r>
          </a:p>
          <a:p>
            <a:pPr rtl="0"/>
            <a:r>
              <a:rPr lang="en-US" sz="2000" b="1"/>
              <a:t>Use Case:</a:t>
            </a:r>
            <a:r>
              <a:rPr lang="en-US" sz="2000"/>
              <a:t> AI assistants that help data engineers monitor data center metrics (using Text-to-SQL) and retrieve complex documents (using RAG). </a:t>
            </a:r>
          </a:p>
          <a:p>
            <a:pPr rtl="0"/>
            <a:r>
              <a:rPr lang="en-US" sz="2000" b="1"/>
              <a:t>Reference:</a:t>
            </a:r>
            <a:r>
              <a:rPr lang="en-US" sz="2000"/>
              <a:t> </a:t>
            </a:r>
            <a:r>
              <a:rPr lang="en-US" sz="2000">
                <a:hlinkClick r:id="rId2"/>
              </a:rPr>
              <a:t>https://blog.langchain.com/customers-vodafone/</a:t>
            </a:r>
            <a:endParaRPr lang="en-US" sz="2000"/>
          </a:p>
          <a:p>
            <a:pPr rtl="0"/>
            <a:r>
              <a:rPr lang="en-US" sz="2000" b="1"/>
              <a:t>Name:</a:t>
            </a:r>
            <a:r>
              <a:rPr lang="en-US" sz="2000"/>
              <a:t> Faisal Alsuqayri</a:t>
            </a:r>
          </a:p>
          <a:p>
            <a:pPr rtl="0"/>
            <a:r>
              <a:rPr lang="en-US" sz="2000" b="1"/>
              <a:t>University: </a:t>
            </a:r>
            <a:r>
              <a:rPr lang="en-US" sz="2000"/>
              <a:t>Imam Mohammad Ibn Saud Islamic University </a:t>
            </a:r>
          </a:p>
          <a:p>
            <a:pPr rtl="0"/>
            <a:r>
              <a:rPr lang="en-US" sz="2000" b="1"/>
              <a:t>Major / Department:</a:t>
            </a:r>
            <a:r>
              <a:rPr lang="en-US" sz="2000"/>
              <a:t> Computer Science</a:t>
            </a:r>
            <a:endParaRPr lang="ar-SA" sz="2000"/>
          </a:p>
        </p:txBody>
      </p:sp>
    </p:spTree>
    <p:extLst>
      <p:ext uri="{BB962C8B-B14F-4D97-AF65-F5344CB8AC3E}">
        <p14:creationId xmlns:p14="http://schemas.microsoft.com/office/powerpoint/2010/main" val="2333455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3B12B-E80B-63FF-62DD-419263532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53CFCB2-8E13-DF69-ADC9-40FD9643A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0436" y="0"/>
            <a:ext cx="8631127" cy="90376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Agent Part Part</a:t>
            </a:r>
            <a:endParaRPr lang="ar-SA" dirty="0"/>
          </a:p>
        </p:txBody>
      </p:sp>
      <p:graphicFrame>
        <p:nvGraphicFramePr>
          <p:cNvPr id="5" name="مربع نص 2">
            <a:extLst>
              <a:ext uri="{FF2B5EF4-FFF2-40B4-BE49-F238E27FC236}">
                <a16:creationId xmlns:a16="http://schemas.microsoft.com/office/drawing/2014/main" id="{FF918796-9E4C-A0FA-684E-0C616A67DD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7248347"/>
              </p:ext>
            </p:extLst>
          </p:nvPr>
        </p:nvGraphicFramePr>
        <p:xfrm>
          <a:off x="1088064" y="1307804"/>
          <a:ext cx="10015870" cy="2862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53761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4A17E-1B94-8166-8B34-69E1FF016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5270960-8E84-CAC8-2191-0D629F846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0436" y="0"/>
            <a:ext cx="8631127" cy="90376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Non-Agentic Part</a:t>
            </a:r>
            <a:endParaRPr lang="ar-SA" dirty="0"/>
          </a:p>
        </p:txBody>
      </p:sp>
      <p:graphicFrame>
        <p:nvGraphicFramePr>
          <p:cNvPr id="5" name="مربع نص 2">
            <a:extLst>
              <a:ext uri="{FF2B5EF4-FFF2-40B4-BE49-F238E27FC236}">
                <a16:creationId xmlns:a16="http://schemas.microsoft.com/office/drawing/2014/main" id="{090CD41C-D69D-652E-6B69-9D39D5ABB3C8}"/>
              </a:ext>
            </a:extLst>
          </p:cNvPr>
          <p:cNvGraphicFramePr/>
          <p:nvPr/>
        </p:nvGraphicFramePr>
        <p:xfrm>
          <a:off x="1088064" y="1307804"/>
          <a:ext cx="10015870" cy="2862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85265810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233</Words>
  <Application>Microsoft Office PowerPoint</Application>
  <PresentationFormat>شاشة عريضة</PresentationFormat>
  <Paragraphs>19</Paragraphs>
  <Slides>3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نسق Office</vt:lpstr>
      <vt:lpstr>Vodafone &amp; LangChain </vt:lpstr>
      <vt:lpstr>Agent Part Part</vt:lpstr>
      <vt:lpstr>Non-Agentic Part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أبـــــــــ.....ــو مـــحـــمـــد</dc:creator>
  <cp:lastModifiedBy>أبـــــــــ.....ــو مـــحـــمـــد</cp:lastModifiedBy>
  <cp:revision>1</cp:revision>
  <dcterms:created xsi:type="dcterms:W3CDTF">2026-03-09T20:30:37Z</dcterms:created>
  <dcterms:modified xsi:type="dcterms:W3CDTF">2026-03-10T00:35:39Z</dcterms:modified>
</cp:coreProperties>
</file>